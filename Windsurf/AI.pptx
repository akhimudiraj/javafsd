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70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-78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7810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0634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4866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9530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2143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97327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911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2553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6369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2189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1883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50404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949249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196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26307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7879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78C93-885B-4F13-B4EB-C3D939F882CB}" type="datetimeFigureOut">
              <a:rPr lang="en-IN" smtClean="0"/>
              <a:pPr/>
              <a:t>25-12-2025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45C059-49BD-462A-98B2-D5E9CE17A70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85933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share/694c29cf-055c-8002-9376-5e6a5ab2cc8e" TargetMode="External"/><Relationship Id="rId2" Type="http://schemas.openxmlformats.org/officeDocument/2006/relationships/hyperlink" Target="https://windsurf.com/download/confirmation?code=wu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54B5B8-37C5-DA67-8A9E-CD90929B5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0241"/>
            <a:ext cx="9144000" cy="2164080"/>
          </a:xfrm>
        </p:spPr>
        <p:txBody>
          <a:bodyPr>
            <a:normAutofit fontScale="90000"/>
          </a:bodyPr>
          <a:lstStyle/>
          <a:p>
            <a:r>
              <a:rPr lang="en-IN" dirty="0"/>
              <a:t>Gen AI for Software Developers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B3AECFA-C057-9FB8-DBA2-D81EAB569E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28240"/>
            <a:ext cx="9144000" cy="2829560"/>
          </a:xfrm>
        </p:spPr>
        <p:txBody>
          <a:bodyPr>
            <a:normAutofit lnSpcReduction="10000"/>
          </a:bodyPr>
          <a:lstStyle/>
          <a:p>
            <a:r>
              <a:rPr lang="en-IN" sz="7200" b="1" dirty="0"/>
              <a:t>Windsurf Editor</a:t>
            </a:r>
          </a:p>
          <a:p>
            <a:endParaRPr lang="en-IN" sz="7200" b="1" dirty="0"/>
          </a:p>
          <a:p>
            <a:pPr algn="r"/>
            <a:r>
              <a:rPr lang="en-IN" sz="3500" b="1" dirty="0"/>
              <a:t>By </a:t>
            </a:r>
            <a:r>
              <a:rPr lang="en-IN" sz="3500" b="1" dirty="0" err="1"/>
              <a:t>Thaneshwar</a:t>
            </a:r>
            <a:r>
              <a:rPr lang="en-IN" sz="3500" b="1" dirty="0"/>
              <a:t> M </a:t>
            </a:r>
          </a:p>
          <a:p>
            <a:endParaRPr lang="en-IN" sz="72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6521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0D5089-F4F8-2646-4EE9-E062BA7A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: Artificial Intelligence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80C3BD-08E5-6D94-8657-AC06E3E85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Enable the Machin's to  </a:t>
            </a:r>
          </a:p>
          <a:p>
            <a:pPr lvl="1"/>
            <a:r>
              <a:rPr lang="en-US" dirty="0"/>
              <a:t>Analise the data(Train the model-&gt;Million/Billions/Trillions 	of data), </a:t>
            </a:r>
          </a:p>
          <a:p>
            <a:pPr lvl="1"/>
            <a:r>
              <a:rPr lang="en-US" dirty="0"/>
              <a:t>Learn,	(learn from existing data)</a:t>
            </a:r>
          </a:p>
          <a:p>
            <a:pPr lvl="1"/>
            <a:r>
              <a:rPr lang="en-US" dirty="0"/>
              <a:t>Think, (Based on user requirement this will think ) </a:t>
            </a:r>
          </a:p>
          <a:p>
            <a:pPr lvl="1"/>
            <a:r>
              <a:rPr lang="en-US" dirty="0"/>
              <a:t>Make Decision  	---&gt; like Humans </a:t>
            </a:r>
          </a:p>
          <a:p>
            <a:endParaRPr lang="en-US" dirty="0"/>
          </a:p>
          <a:p>
            <a:r>
              <a:rPr lang="en-US" dirty="0"/>
              <a:t> Ex: Chat GPT / Co-pilot / Gemini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35762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5BD279-1616-7937-F7EF-733EA110E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4E8EC9-41FA-2FC2-E13E-C094F8C70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0"/>
            <a:ext cx="10515600" cy="467328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1 ) Self Drive Car		:</a:t>
            </a:r>
          </a:p>
          <a:p>
            <a:r>
              <a:rPr lang="en-US" dirty="0"/>
              <a:t>2 ) Smart Email Reply	: Smart Reply</a:t>
            </a:r>
          </a:p>
          <a:p>
            <a:r>
              <a:rPr lang="en-US" dirty="0"/>
              <a:t>3 ) Voice Assistance 		: Customer Care </a:t>
            </a:r>
          </a:p>
          <a:p>
            <a:r>
              <a:rPr lang="en-US" dirty="0"/>
              <a:t>4 ) Google Suggestions 	:</a:t>
            </a:r>
          </a:p>
          <a:p>
            <a:r>
              <a:rPr lang="en-US" dirty="0"/>
              <a:t>5 ) Mobile Face Unlock	: </a:t>
            </a:r>
          </a:p>
          <a:p>
            <a:r>
              <a:rPr lang="en-US" dirty="0"/>
              <a:t>6 ) Netflix Recommendation	: What kind of Movies you like , </a:t>
            </a:r>
          </a:p>
          <a:p>
            <a:r>
              <a:rPr lang="en-US" dirty="0"/>
              <a:t>7 ) Google Maps Traffic Predications :</a:t>
            </a:r>
          </a:p>
          <a:p>
            <a:r>
              <a:rPr lang="en-US" dirty="0"/>
              <a:t>8 ) online Fraud Dictation		:</a:t>
            </a:r>
          </a:p>
          <a:p>
            <a:r>
              <a:rPr lang="en-US" dirty="0"/>
              <a:t>9 )Chatbots &amp; customer Support 		:</a:t>
            </a:r>
          </a:p>
          <a:p>
            <a:r>
              <a:rPr lang="en-US" dirty="0"/>
              <a:t>10)Resume Screening 			:    </a:t>
            </a:r>
          </a:p>
          <a:p>
            <a:r>
              <a:rPr lang="en-US" dirty="0"/>
              <a:t>11) Whether Forecasting 		</a:t>
            </a:r>
          </a:p>
          <a:p>
            <a:r>
              <a:rPr lang="en-US" dirty="0"/>
              <a:t>12) Online Shopping Search Result </a:t>
            </a:r>
          </a:p>
          <a:p>
            <a:r>
              <a:rPr lang="en-US" dirty="0"/>
              <a:t>13) </a:t>
            </a:r>
            <a:r>
              <a:rPr lang="en-US" dirty="0" err="1"/>
              <a:t>Insat</a:t>
            </a:r>
            <a:r>
              <a:rPr lang="en-US" dirty="0"/>
              <a:t> &amp; You tube </a:t>
            </a:r>
            <a:r>
              <a:rPr lang="en-US" dirty="0" err="1"/>
              <a:t>Alg</a:t>
            </a:r>
            <a:r>
              <a:rPr lang="en-US" dirty="0"/>
              <a:t>  </a:t>
            </a:r>
          </a:p>
          <a:p>
            <a:r>
              <a:rPr lang="en-US" dirty="0"/>
              <a:t>14)Online Food delivery time predication </a:t>
            </a:r>
          </a:p>
          <a:p>
            <a:r>
              <a:rPr lang="en-US" dirty="0"/>
              <a:t>15)online job Recommendation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68814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91363D-30D3-2781-39AA-18C950A9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was Wind Surf introduced? (Problem it solves)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AF59C6-8D90-E9C4-300B-EB4E644E9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Traditional GenAI tools (e.g., basic code completion or chat-based assistants) have limitations:</a:t>
            </a:r>
          </a:p>
          <a:p>
            <a:endParaRPr lang="en-IN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569DF4F-6B9C-854C-0FA3-50052212B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37603486"/>
              </p:ext>
            </p:extLst>
          </p:nvPr>
        </p:nvGraphicFramePr>
        <p:xfrm>
          <a:off x="838200" y="2631440"/>
          <a:ext cx="10515600" cy="2913888"/>
        </p:xfrm>
        <a:graphic>
          <a:graphicData uri="http://schemas.openxmlformats.org/drawingml/2006/table">
            <a:tbl>
              <a:tblPr/>
              <a:tblGrid>
                <a:gridCol w="5207000">
                  <a:extLst>
                    <a:ext uri="{9D8B030D-6E8A-4147-A177-3AD203B41FA5}">
                      <a16:colId xmlns:a16="http://schemas.microsoft.com/office/drawing/2014/main" xmlns="" val="113296216"/>
                    </a:ext>
                  </a:extLst>
                </a:gridCol>
                <a:gridCol w="5308600">
                  <a:extLst>
                    <a:ext uri="{9D8B030D-6E8A-4147-A177-3AD203B41FA5}">
                      <a16:colId xmlns:a16="http://schemas.microsoft.com/office/drawing/2014/main" xmlns="" val="291012710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Traditional AI 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WindSurf</a:t>
                      </a:r>
                      <a:r>
                        <a:rPr lang="en-IN" dirty="0"/>
                        <a:t> Approach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86202527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Knows only current 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Understands </a:t>
                      </a:r>
                      <a:r>
                        <a:rPr lang="en-IN" b="1" dirty="0"/>
                        <a:t>entire codebase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90722214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Passive suggestions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Active agent</a:t>
                      </a:r>
                      <a:r>
                        <a:rPr lang="en-US" dirty="0"/>
                        <a:t> that performs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87394211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One-shot prompts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Continuous reasoning loop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61693725"/>
                  </a:ext>
                </a:extLst>
              </a:tr>
              <a:tr h="58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Manual copy-paste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Direct code execution &amp; edits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86617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3223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91B83F-09E8-B228-12D8-8B08BCE4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</a:t>
            </a:r>
            <a:r>
              <a:rPr lang="en-IN" dirty="0" err="1"/>
              <a:t>WindSurf</a:t>
            </a:r>
            <a:r>
              <a:rPr lang="en-IN" dirty="0"/>
              <a:t> matters in GenAI: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E460490-17FE-7396-C481-BAE17C6105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 cognitive load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Accelerates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feature development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agent-based automation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correctness &amp; consistency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273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FB4606-E8EF-AF49-A792-D60CD006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is </a:t>
            </a:r>
            <a:r>
              <a:rPr lang="en-US" b="1" dirty="0" err="1"/>
              <a:t>WindSurf</a:t>
            </a:r>
            <a:r>
              <a:rPr lang="en-US" b="1" dirty="0"/>
              <a:t> used? (Use cases)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E8B211-C502-3513-F2C9-9259E15E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>
            <a:normAutofit/>
          </a:bodyPr>
          <a:lstStyle/>
          <a:p>
            <a:r>
              <a:rPr lang="en-IN" b="1" dirty="0"/>
              <a:t>A. Application Development</a:t>
            </a:r>
          </a:p>
          <a:p>
            <a:r>
              <a:rPr lang="en-IN" dirty="0"/>
              <a:t>Spring Boot APIs</a:t>
            </a:r>
          </a:p>
          <a:p>
            <a:r>
              <a:rPr lang="en-IN" dirty="0"/>
              <a:t>Microservices</a:t>
            </a:r>
          </a:p>
          <a:p>
            <a:r>
              <a:rPr lang="en-IN" dirty="0"/>
              <a:t>Angular / React frontends</a:t>
            </a:r>
          </a:p>
          <a:p>
            <a:r>
              <a:rPr lang="en-IN" dirty="0"/>
              <a:t>MEAN / MERN stacks</a:t>
            </a:r>
          </a:p>
          <a:p>
            <a:r>
              <a:rPr lang="en-IN" b="1" dirty="0"/>
              <a:t>B. Enterprise Engineering</a:t>
            </a:r>
          </a:p>
          <a:p>
            <a:r>
              <a:rPr lang="en-IN" dirty="0"/>
              <a:t>Legacy code understanding</a:t>
            </a:r>
          </a:p>
          <a:p>
            <a:r>
              <a:rPr lang="en-IN" dirty="0"/>
              <a:t>Large codebase refactoring</a:t>
            </a:r>
          </a:p>
          <a:p>
            <a:r>
              <a:rPr lang="en-IN" dirty="0"/>
              <a:t>Bug root-cause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1485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E9D63B-2740-8671-70CE-3475C7633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0D5E66-2B1D-A5A2-1F1A-922B49262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C. Learning &amp; Training</a:t>
            </a:r>
          </a:p>
          <a:p>
            <a:r>
              <a:rPr lang="en-IN" dirty="0"/>
              <a:t>Explaining code </a:t>
            </a:r>
            <a:r>
              <a:rPr lang="en-IN" i="1" dirty="0"/>
              <a:t>line by line</a:t>
            </a:r>
            <a:endParaRPr lang="en-IN" dirty="0"/>
          </a:p>
          <a:p>
            <a:r>
              <a:rPr lang="en-IN" dirty="0"/>
              <a:t>Converting monolithic → layered architecture</a:t>
            </a:r>
          </a:p>
          <a:p>
            <a:r>
              <a:rPr lang="en-IN" dirty="0"/>
              <a:t>Writing unit tests (JUnit, Mockito, Jest)</a:t>
            </a:r>
          </a:p>
          <a:p>
            <a:r>
              <a:rPr lang="en-IN" b="1" dirty="0"/>
              <a:t>D. DevOps &amp; Automation</a:t>
            </a:r>
          </a:p>
          <a:p>
            <a:r>
              <a:rPr lang="en-IN" dirty="0"/>
              <a:t>Generating </a:t>
            </a:r>
            <a:r>
              <a:rPr lang="en-IN" dirty="0" err="1"/>
              <a:t>Dockerfiles</a:t>
            </a:r>
            <a:endParaRPr lang="en-IN" dirty="0"/>
          </a:p>
          <a:p>
            <a:r>
              <a:rPr lang="en-IN" dirty="0"/>
              <a:t>CI/CD scripts</a:t>
            </a:r>
          </a:p>
          <a:p>
            <a:r>
              <a:rPr lang="en-IN" dirty="0"/>
              <a:t>YAML (K8s, GitHub Actions)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4707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DFC9B9-5D88-E211-ADD1-29B378A8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WindSurf</a:t>
            </a:r>
            <a:r>
              <a:rPr lang="fr-FR" b="1" dirty="0"/>
              <a:t> vs </a:t>
            </a:r>
            <a:r>
              <a:rPr lang="fr-FR" b="1" dirty="0" err="1"/>
              <a:t>ChatGPT</a:t>
            </a:r>
            <a:r>
              <a:rPr lang="fr-FR" b="1" dirty="0"/>
              <a:t> vs </a:t>
            </a:r>
            <a:r>
              <a:rPr lang="fr-FR" b="1" dirty="0" err="1"/>
              <a:t>Copilot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B0ED5323-76D4-E0C6-9220-4E7DDC8D45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825914874"/>
              </p:ext>
            </p:extLst>
          </p:nvPr>
        </p:nvGraphicFramePr>
        <p:xfrm>
          <a:off x="853440" y="1690688"/>
          <a:ext cx="10500360" cy="4374831"/>
        </p:xfrm>
        <a:graphic>
          <a:graphicData uri="http://schemas.openxmlformats.org/drawingml/2006/table">
            <a:tbl>
              <a:tblPr/>
              <a:tblGrid>
                <a:gridCol w="2613660">
                  <a:extLst>
                    <a:ext uri="{9D8B030D-6E8A-4147-A177-3AD203B41FA5}">
                      <a16:colId xmlns:a16="http://schemas.microsoft.com/office/drawing/2014/main" xmlns="" val="42215750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3812797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0231621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419049555"/>
                    </a:ext>
                  </a:extLst>
                </a:gridCol>
              </a:tblGrid>
              <a:tr h="648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GitHub Copilot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WindSurf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241256341"/>
                  </a:ext>
                </a:extLst>
              </a:tr>
              <a:tr h="648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Chat-based help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275008835"/>
                  </a:ext>
                </a:extLst>
              </a:tr>
              <a:tr h="648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Full project awareness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22082245"/>
                  </a:ext>
                </a:extLst>
              </a:tr>
              <a:tr h="648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Agentic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0479009"/>
                  </a:ext>
                </a:extLst>
              </a:tr>
              <a:tr h="6481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IDE-native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Plugin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Native IDE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52624045"/>
                  </a:ext>
                </a:extLst>
              </a:tr>
              <a:tr h="11342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 for teaching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High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25918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769613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E6F1AB-75C9-0533-374B-E371870E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Prompt (Spring Boot – your domain)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AADEAA-E025-DA4D-4DE8-A79AAE42A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this controller into layered architecture </a:t>
            </a:r>
          </a:p>
          <a:p>
            <a:r>
              <a:rPr lang="en-US" dirty="0"/>
              <a:t>with Service, Repository, Exception Handling </a:t>
            </a:r>
          </a:p>
          <a:p>
            <a:r>
              <a:rPr lang="en-US" dirty="0"/>
              <a:t>and add Swagger configuration.</a:t>
            </a:r>
          </a:p>
          <a:p>
            <a:endParaRPr lang="en-US" dirty="0"/>
          </a:p>
          <a:p>
            <a:r>
              <a:rPr lang="en-US" dirty="0" err="1"/>
              <a:t>WindSurf</a:t>
            </a:r>
            <a:r>
              <a:rPr lang="en-US" dirty="0"/>
              <a:t> will:</a:t>
            </a:r>
          </a:p>
          <a:p>
            <a:r>
              <a:rPr lang="en-US" dirty="0"/>
              <a:t>Create Controller, Service, Repo</a:t>
            </a:r>
          </a:p>
          <a:p>
            <a:r>
              <a:rPr lang="en-US" dirty="0"/>
              <a:t>Add @ExceptionHandler</a:t>
            </a:r>
          </a:p>
          <a:p>
            <a:r>
              <a:rPr lang="en-US" dirty="0"/>
              <a:t>Configure Swagger/</a:t>
            </a:r>
            <a:r>
              <a:rPr lang="en-US" dirty="0" err="1"/>
              <a:t>OpenAPI</a:t>
            </a:r>
            <a:endParaRPr lang="en-US" dirty="0"/>
          </a:p>
          <a:p>
            <a:r>
              <a:rPr lang="en-US" dirty="0"/>
              <a:t>Explain </a:t>
            </a:r>
            <a:r>
              <a:rPr lang="en-US" i="1" dirty="0"/>
              <a:t>why</a:t>
            </a:r>
            <a:r>
              <a:rPr lang="en-US" dirty="0"/>
              <a:t> each layer exists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6254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BF8432-F04E-2967-C03E-31E4B522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80" y="365125"/>
            <a:ext cx="10815320" cy="1325563"/>
          </a:xfrm>
        </p:spPr>
        <p:txBody>
          <a:bodyPr/>
          <a:lstStyle/>
          <a:p>
            <a:r>
              <a:rPr lang="en-US" b="1" dirty="0"/>
              <a:t>Why </a:t>
            </a:r>
            <a:r>
              <a:rPr lang="en-US" b="1" dirty="0" err="1"/>
              <a:t>WindSurf</a:t>
            </a:r>
            <a:r>
              <a:rPr lang="en-US" b="1" dirty="0"/>
              <a:t> is important for future Java/ FSD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63CC1CE-FD19-3B5B-A50D-DFD2F4448D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Industry moving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coding → reasoning + orchestration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GenAI-first development is becoming standard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IDEs are evolving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agents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must learn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to guide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fight it</a:t>
            </a:r>
          </a:p>
        </p:txBody>
      </p:sp>
    </p:spTree>
    <p:extLst>
      <p:ext uri="{BB962C8B-B14F-4D97-AF65-F5344CB8AC3E}">
        <p14:creationId xmlns:p14="http://schemas.microsoft.com/office/powerpoint/2010/main" xmlns="" val="49137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10A9A8-3D72-A9DE-4FF8-C1E4C3F6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One-Line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03167A-477F-2204-CD06-B5629D299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Windsurf represents the next generation of GenAI-powered development—where AI is not a helper, but an intelligent coding partner.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06052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330530-82A1-052F-8D4B-196F9F40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Choose Which? (Practical Guidance)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2B2E6CA6-B3EC-8AA6-C05F-A47B106F5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096590856"/>
              </p:ext>
            </p:extLst>
          </p:nvPr>
        </p:nvGraphicFramePr>
        <p:xfrm>
          <a:off x="838200" y="1690688"/>
          <a:ext cx="10515600" cy="3417523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xmlns="" val="39930466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xmlns="" val="1436992454"/>
                    </a:ext>
                  </a:extLst>
                </a:gridCol>
              </a:tblGrid>
              <a:tr h="58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Best 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06939349"/>
                  </a:ext>
                </a:extLst>
              </a:tr>
              <a:tr h="58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want </a:t>
                      </a:r>
                      <a:r>
                        <a:rPr lang="en-US" i="1"/>
                        <a:t>classic IDE + AI suggestions</a:t>
                      </a:r>
                      <a:r>
                        <a:rPr lang="en-US"/>
                        <a:t>, max ecosystem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VS Code + AI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42629700"/>
                  </a:ext>
                </a:extLst>
              </a:tr>
              <a:tr h="58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want </a:t>
                      </a:r>
                      <a:r>
                        <a:rPr lang="en-US" i="1"/>
                        <a:t>AI agents that assist end-to-end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Windsurf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25027512"/>
                  </a:ext>
                </a:extLst>
              </a:tr>
              <a:tr h="10232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want </a:t>
                      </a:r>
                      <a:r>
                        <a:rPr lang="en-US" i="1"/>
                        <a:t>fast interactive coding with strong autocomplete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Cursor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35303694"/>
                  </a:ext>
                </a:extLst>
              </a:tr>
              <a:tr h="584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You need </a:t>
                      </a:r>
                      <a:r>
                        <a:rPr lang="en-US" i="1"/>
                        <a:t>deep codebase understanding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Windsurf or Cursor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2427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30444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DC8CB4-895F-FE3B-39B9-BD99A4E0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A8D052-4E0D-F26A-043B-4E2AF8288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xmlns="" id="{E9BE7FE4-2900-FE10-B226-66F9D017C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29" y="1084262"/>
            <a:ext cx="86321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10861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A38B4D-4D12-3BA6-499A-202F4B37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5" name="Content Placeholder 4" descr="A diagram of a data model&#10;&#10;AI-generated content may be incorrect.">
            <a:extLst>
              <a:ext uri="{FF2B5EF4-FFF2-40B4-BE49-F238E27FC236}">
                <a16:creationId xmlns:a16="http://schemas.microsoft.com/office/drawing/2014/main" xmlns="" id="{8190BAB3-6033-E7D6-55C1-0FE8C6D24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160" y="558800"/>
            <a:ext cx="9032240" cy="561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1144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C6E378-B774-91E3-72FA-D519F256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Download the S/w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D361AE-5DE9-8A52-22CA-C22BD1182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</a:t>
            </a:r>
            <a:r>
              <a:rPr lang="en-IN">
                <a:hlinkClick r:id="rId2"/>
              </a:rPr>
              <a:t>://</a:t>
            </a:r>
            <a:r>
              <a:rPr lang="en-IN" smtClean="0">
                <a:hlinkClick r:id="rId2"/>
              </a:rPr>
              <a:t>windsurf.com/download/confirmation?code=wu</a:t>
            </a:r>
            <a:endParaRPr lang="en-IN" smtClean="0"/>
          </a:p>
          <a:p>
            <a:r>
              <a:rPr lang="en-IN" smtClean="0"/>
              <a:t>Chatgpt to understand  </a:t>
            </a:r>
            <a:r>
              <a:rPr lang="en-US" smtClean="0">
                <a:hlinkClick r:id="rId3"/>
              </a:rPr>
              <a:t>WindSurf in GenAI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70182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EFBD9A-1ECA-E7A9-76B0-4FD366E9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47C02D-A06B-ADEA-676F-79FF3AF9F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1541636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160</TotalTime>
  <Words>406</Words>
  <Application>Microsoft Office PowerPoint</Application>
  <PresentationFormat>Custom</PresentationFormat>
  <Paragraphs>126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Facet</vt:lpstr>
      <vt:lpstr>Gen AI for Software Developers </vt:lpstr>
      <vt:lpstr>AI : Artificial Intelligence </vt:lpstr>
      <vt:lpstr>Examples :</vt:lpstr>
      <vt:lpstr>WHY was Wind Surf introduced? (Problem it solves)</vt:lpstr>
      <vt:lpstr>Why WindSurf matters in GenAI:</vt:lpstr>
      <vt:lpstr>WHERE is WindSurf used? (Use cases)</vt:lpstr>
      <vt:lpstr> </vt:lpstr>
      <vt:lpstr>WindSurf vs ChatGPT vs Copilot</vt:lpstr>
      <vt:lpstr>Example Prompt (Spring Boot – your domain)</vt:lpstr>
      <vt:lpstr>Why WindSurf is important for future Java/ FSD</vt:lpstr>
      <vt:lpstr>Final One-Line Summary</vt:lpstr>
      <vt:lpstr>When to Choose Which? (Practical Guidance)</vt:lpstr>
      <vt:lpstr> </vt:lpstr>
      <vt:lpstr> </vt:lpstr>
      <vt:lpstr>Download the S/w</vt:lpstr>
      <vt:lpstr>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for Software Developers </dc:title>
  <dc:creator>Thaneshwara M</dc:creator>
  <cp:lastModifiedBy>karnam harika</cp:lastModifiedBy>
  <cp:revision>22</cp:revision>
  <dcterms:created xsi:type="dcterms:W3CDTF">2025-12-24T17:49:42Z</dcterms:created>
  <dcterms:modified xsi:type="dcterms:W3CDTF">2025-12-25T08:54:24Z</dcterms:modified>
</cp:coreProperties>
</file>